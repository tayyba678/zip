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38" y="6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95B35E2-2C20-46CD-870E-46A22A5AD5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65AACF8-E67A-4C40-9295-48C3A4A7E57A}" type="datetimeFigureOut">
              <a:rPr lang="en-US" smtClean="0"/>
              <a:t>9/24/2023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6934200" cy="990600"/>
          </a:xfrm>
        </p:spPr>
        <p:txBody>
          <a:bodyPr/>
          <a:lstStyle/>
          <a:p>
            <a:pPr algn="ctr"/>
            <a:r>
              <a:rPr lang="en-US" dirty="0"/>
              <a:t>Logical gate: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057400"/>
            <a:ext cx="6233160" cy="3581400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AND Gate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Or Gate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XOR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Gate</a:t>
            </a:r>
          </a:p>
        </p:txBody>
      </p:sp>
    </p:spTree>
    <p:extLst>
      <p:ext uri="{BB962C8B-B14F-4D97-AF65-F5344CB8AC3E}">
        <p14:creationId xmlns:p14="http://schemas.microsoft.com/office/powerpoint/2010/main" val="3275798114"/>
      </p:ext>
    </p:extLst>
  </p:cSld>
  <p:clrMapOvr>
    <a:masterClrMapping/>
  </p:clrMapOvr>
  <p:transition spd="slow">
    <p:wip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6629400" cy="1143000"/>
          </a:xfrm>
        </p:spPr>
        <p:txBody>
          <a:bodyPr/>
          <a:lstStyle/>
          <a:p>
            <a:r>
              <a:rPr lang="en-US" dirty="0"/>
              <a:t>AND Gate: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620000" cy="5105400"/>
          </a:xfrm>
        </p:spPr>
        <p:txBody>
          <a:bodyPr/>
          <a:lstStyle/>
          <a:p>
            <a:pPr marL="114300" indent="0">
              <a:spcBef>
                <a:spcPts val="0"/>
              </a:spcBef>
              <a:buNone/>
            </a:pPr>
            <a:r>
              <a:rPr lang="en-US" u="sng" dirty="0"/>
              <a:t>Graphical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u="sng" dirty="0"/>
              <a:t>Representation</a:t>
            </a:r>
          </a:p>
        </p:txBody>
      </p:sp>
      <p:sp>
        <p:nvSpPr>
          <p:cNvPr id="4" name="Flowchart: Delay 3"/>
          <p:cNvSpPr/>
          <p:nvPr/>
        </p:nvSpPr>
        <p:spPr>
          <a:xfrm>
            <a:off x="2895600" y="2286000"/>
            <a:ext cx="1143000" cy="914400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4" idx="3"/>
          </p:cNvCxnSpPr>
          <p:nvPr/>
        </p:nvCxnSpPr>
        <p:spPr>
          <a:xfrm>
            <a:off x="4038600" y="2743200"/>
            <a:ext cx="152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1143000" y="2514600"/>
            <a:ext cx="175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143000" y="2971800"/>
            <a:ext cx="175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055" y="3503176"/>
            <a:ext cx="6858000" cy="283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Truth Table: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045174"/>
              </p:ext>
            </p:extLst>
          </p:nvPr>
        </p:nvGraphicFramePr>
        <p:xfrm>
          <a:off x="1143000" y="4071620"/>
          <a:ext cx="6096000" cy="18542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 of</a:t>
                      </a:r>
                      <a:r>
                        <a:rPr lang="en-US" baseline="0" dirty="0"/>
                        <a:t> AND gate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" y="2266625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4765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X.Y=1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84583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Y=1</a:t>
            </a:r>
          </a:p>
        </p:txBody>
      </p:sp>
    </p:spTree>
    <p:extLst>
      <p:ext uri="{BB962C8B-B14F-4D97-AF65-F5344CB8AC3E}">
        <p14:creationId xmlns:p14="http://schemas.microsoft.com/office/powerpoint/2010/main" val="3906206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  <p:sndAc>
          <p:stSnd>
            <p:snd r:embed="rId2" name="whoosh.wav"/>
          </p:stSnd>
        </p:sndAc>
      </p:transition>
    </mc:Choice>
    <mc:Fallback>
      <p:transition spd="slow">
        <p:circle/>
        <p:sndAc>
          <p:stSnd>
            <p:snd r:embed="rId2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6458" y="298966"/>
            <a:ext cx="6553200" cy="1143000"/>
          </a:xfrm>
        </p:spPr>
        <p:txBody>
          <a:bodyPr/>
          <a:lstStyle/>
          <a:p>
            <a:r>
              <a:rPr lang="en-US" dirty="0"/>
              <a:t>OR Gate: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658" y="1219200"/>
            <a:ext cx="7620000" cy="5181600"/>
          </a:xfrm>
        </p:spPr>
        <p:txBody>
          <a:bodyPr/>
          <a:lstStyle/>
          <a:p>
            <a:pPr marL="91440" lvl="1" indent="0">
              <a:spcBef>
                <a:spcPts val="0"/>
              </a:spcBef>
              <a:buNone/>
            </a:pPr>
            <a:r>
              <a:rPr lang="en-US" b="1" u="sng" dirty="0"/>
              <a:t>Graphical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b="1" u="sng" dirty="0"/>
              <a:t>Representation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  <a:p>
            <a:pPr marL="91440" lvl="1" indent="0">
              <a:spcBef>
                <a:spcPts val="0"/>
              </a:spcBef>
              <a:buNone/>
            </a:pPr>
            <a:r>
              <a:rPr lang="en-US" dirty="0"/>
              <a:t>         Y=0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  <a:p>
            <a:pPr marL="91440" lvl="1" indent="0">
              <a:spcBef>
                <a:spcPts val="0"/>
              </a:spcBef>
              <a:buNone/>
            </a:pPr>
            <a:r>
              <a:rPr lang="en-US" b="1" u="sng" dirty="0"/>
              <a:t>Truth Table: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</p:txBody>
      </p:sp>
      <p:sp>
        <p:nvSpPr>
          <p:cNvPr id="5" name="Pentagon 4"/>
          <p:cNvSpPr/>
          <p:nvPr/>
        </p:nvSpPr>
        <p:spPr>
          <a:xfrm>
            <a:off x="3124200" y="2057400"/>
            <a:ext cx="1066800" cy="762000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>
            <a:stCxn id="5" idx="3"/>
          </p:cNvCxnSpPr>
          <p:nvPr/>
        </p:nvCxnSpPr>
        <p:spPr>
          <a:xfrm>
            <a:off x="4191000" y="2438400"/>
            <a:ext cx="167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600200" y="2286000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600200" y="2667000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6800" y="2133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X=0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228600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X+Y=1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957377"/>
              </p:ext>
            </p:extLst>
          </p:nvPr>
        </p:nvGraphicFramePr>
        <p:xfrm>
          <a:off x="1143000" y="3886200"/>
          <a:ext cx="6096000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r>
                        <a:rPr lang="en-US" baseline="0" dirty="0"/>
                        <a:t> of OR gate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65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7315200" cy="1143000"/>
          </a:xfrm>
        </p:spPr>
        <p:txBody>
          <a:bodyPr/>
          <a:lstStyle/>
          <a:p>
            <a:r>
              <a:rPr lang="en-US" dirty="0"/>
              <a:t>XOR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299" y="1143000"/>
            <a:ext cx="7620000" cy="5105400"/>
          </a:xfrm>
        </p:spPr>
        <p:txBody>
          <a:bodyPr/>
          <a:lstStyle/>
          <a:p>
            <a:pPr marL="91440" lvl="1" indent="0">
              <a:spcBef>
                <a:spcPts val="0"/>
              </a:spcBef>
              <a:buNone/>
            </a:pPr>
            <a:r>
              <a:rPr lang="en-US" b="1" u="sng" dirty="0"/>
              <a:t>Graphical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b="1" u="sng" dirty="0"/>
              <a:t>Representation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  <a:p>
            <a:pPr marL="91440" lvl="1" indent="0">
              <a:spcBef>
                <a:spcPts val="0"/>
              </a:spcBef>
              <a:buNone/>
            </a:pPr>
            <a:r>
              <a:rPr lang="en-US" dirty="0"/>
              <a:t>                X=0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dirty="0"/>
          </a:p>
          <a:p>
            <a:pPr marL="91440" lvl="1" indent="0">
              <a:spcBef>
                <a:spcPts val="0"/>
              </a:spcBef>
              <a:buNone/>
            </a:pPr>
            <a:r>
              <a:rPr lang="en-US" dirty="0"/>
              <a:t>                Y=0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dirty="0"/>
              <a:t> 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b="1" u="sng" dirty="0"/>
              <a:t>Truth Table: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dirty="0"/>
          </a:p>
          <a:p>
            <a:pPr marL="91440" lvl="1" indent="0">
              <a:spcBef>
                <a:spcPts val="0"/>
              </a:spcBef>
              <a:buNone/>
            </a:pPr>
            <a:endParaRPr lang="en-US" b="1" u="sng" dirty="0"/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021001" y="2607792"/>
            <a:ext cx="16845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57400" y="2362200"/>
            <a:ext cx="167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057400" y="2895600"/>
            <a:ext cx="167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Stored Data 10"/>
          <p:cNvSpPr/>
          <p:nvPr/>
        </p:nvSpPr>
        <p:spPr>
          <a:xfrm>
            <a:off x="3581400" y="2074392"/>
            <a:ext cx="1593800" cy="1066800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1431"/>
              <a:gd name="connsiteY0" fmla="*/ 0 h 10000"/>
              <a:gd name="connsiteX1" fmla="*/ 10000 w 11431"/>
              <a:gd name="connsiteY1" fmla="*/ 0 h 10000"/>
              <a:gd name="connsiteX2" fmla="*/ 11431 w 11431"/>
              <a:gd name="connsiteY2" fmla="*/ 5000 h 10000"/>
              <a:gd name="connsiteX3" fmla="*/ 10000 w 11431"/>
              <a:gd name="connsiteY3" fmla="*/ 10000 h 10000"/>
              <a:gd name="connsiteX4" fmla="*/ 1667 w 11431"/>
              <a:gd name="connsiteY4" fmla="*/ 10000 h 10000"/>
              <a:gd name="connsiteX5" fmla="*/ 0 w 11431"/>
              <a:gd name="connsiteY5" fmla="*/ 5000 h 10000"/>
              <a:gd name="connsiteX6" fmla="*/ 1667 w 11431"/>
              <a:gd name="connsiteY6" fmla="*/ 0 h 10000"/>
              <a:gd name="connsiteX0" fmla="*/ 196 w 9960"/>
              <a:gd name="connsiteY0" fmla="*/ 0 h 10000"/>
              <a:gd name="connsiteX1" fmla="*/ 8529 w 9960"/>
              <a:gd name="connsiteY1" fmla="*/ 0 h 10000"/>
              <a:gd name="connsiteX2" fmla="*/ 9960 w 9960"/>
              <a:gd name="connsiteY2" fmla="*/ 5000 h 10000"/>
              <a:gd name="connsiteX3" fmla="*/ 8529 w 9960"/>
              <a:gd name="connsiteY3" fmla="*/ 10000 h 10000"/>
              <a:gd name="connsiteX4" fmla="*/ 196 w 9960"/>
              <a:gd name="connsiteY4" fmla="*/ 10000 h 10000"/>
              <a:gd name="connsiteX5" fmla="*/ 1902 w 9960"/>
              <a:gd name="connsiteY5" fmla="*/ 5103 h 10000"/>
              <a:gd name="connsiteX6" fmla="*/ 196 w 996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60" h="10000">
                <a:moveTo>
                  <a:pt x="196" y="0"/>
                </a:moveTo>
                <a:lnTo>
                  <a:pt x="8529" y="0"/>
                </a:lnTo>
                <a:cubicBezTo>
                  <a:pt x="7608" y="0"/>
                  <a:pt x="9960" y="2239"/>
                  <a:pt x="9960" y="5000"/>
                </a:cubicBezTo>
                <a:cubicBezTo>
                  <a:pt x="9960" y="7761"/>
                  <a:pt x="7608" y="10000"/>
                  <a:pt x="8529" y="10000"/>
                </a:cubicBezTo>
                <a:lnTo>
                  <a:pt x="196" y="10000"/>
                </a:lnTo>
                <a:cubicBezTo>
                  <a:pt x="-725" y="10000"/>
                  <a:pt x="1902" y="7864"/>
                  <a:pt x="1902" y="5103"/>
                </a:cubicBezTo>
                <a:cubicBezTo>
                  <a:pt x="1902" y="2342"/>
                  <a:pt x="-725" y="0"/>
                  <a:pt x="196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705600" y="242312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A=X.Y+X.Y=0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7104502" y="2423126"/>
            <a:ext cx="228600" cy="1043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7429500" y="2433558"/>
            <a:ext cx="228600" cy="1043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42694"/>
              </p:ext>
            </p:extLst>
          </p:nvPr>
        </p:nvGraphicFramePr>
        <p:xfrm>
          <a:off x="812048" y="4013200"/>
          <a:ext cx="7132503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6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55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Input</a:t>
                      </a:r>
                      <a:r>
                        <a:rPr lang="en-US" b="0" baseline="0" dirty="0"/>
                        <a:t> X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Input</a:t>
                      </a:r>
                      <a:r>
                        <a:rPr lang="en-US" b="0" baseline="0" dirty="0"/>
                        <a:t> 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X’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Y’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X.Y’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X’.Y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A=X.Y’+X’Y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12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111</TotalTime>
  <Words>165</Words>
  <Application>Microsoft Office PowerPoint</Application>
  <PresentationFormat>On-screen Show (4:3)</PresentationFormat>
  <Paragraphs>98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Adjacency</vt:lpstr>
      <vt:lpstr>Logical gate:</vt:lpstr>
      <vt:lpstr>AND Gate:</vt:lpstr>
      <vt:lpstr>OR Gate:</vt:lpstr>
      <vt:lpstr>XOR Gate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Areeba Aftab</cp:lastModifiedBy>
  <cp:revision>12</cp:revision>
  <dcterms:created xsi:type="dcterms:W3CDTF">2023-09-19T08:32:12Z</dcterms:created>
  <dcterms:modified xsi:type="dcterms:W3CDTF">2023-09-24T15:11:36Z</dcterms:modified>
</cp:coreProperties>
</file>